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AI 写作助手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2B1FF"/>
                </a:solidFill>
                <a:latin typeface="Microsoft YaHei"/>
              </a:defRPr>
            </a:pPr>
            <a:r>
              <a:t>基于本地大语言模型的智能写作工具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8788C"/>
                </a:solidFill>
                <a:latin typeface="Microsoft YaHei"/>
              </a:defRPr>
            </a:pPr>
            <a:r>
              <a:t>FastAPI  ·  React  ·  Ollama  ·  Qwen 3.5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What &amp;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B4C3"/>
                </a:solidFill>
                <a:latin typeface="Microsoft YaHei"/>
              </a:defRPr>
            </a:pPr>
            <a:r>
              <a:t>AI 写作助手是一个完全本地化的智能写作平台，通过 Ollama 运行开源大语言模型，在保障数据隐私的前提下，为用户提供文章生成、润色、翻译、摘要等一站式写作服务。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292608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29184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数据隐私：完全本地运行，不依赖云端 API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多场景覆盖：8 种写作风格 + 诗词创作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实时体验：SSE 流式输出，逐字显示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开放灵活：可更换任意 Ollama 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292608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329184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目标用户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内容创作者（自媒体、新媒体运营）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学生和研究人员（论文、翻译）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开发者（了解 LLM 应用架构）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注重数据隐私的企业用户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292608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32918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功能矩阵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文章生成 / 文本润色 / 翻译 / 摘要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小红书 / 公众号 / 头条 / 短剧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古典诗词（五言 / 七言）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附件上传解析 / Word 导出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926080" cy="1097280"/>
          </a:xfrm>
          <a:prstGeom prst="roundRect">
            <a:avLst/>
          </a:prstGeom>
          <a:solidFill>
            <a:srgbClr val="242436"/>
          </a:solidFill>
          <a:ln w="2540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8CFF"/>
                </a:solidFill>
                <a:latin typeface="Microsoft YaHei"/>
              </a:defRPr>
            </a:pPr>
            <a:r>
              <a:t>React 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8C"/>
                </a:solidFill>
                <a:latin typeface="Microsoft YaHei"/>
              </a:defRPr>
            </a:pPr>
            <a:r>
              <a:t>Vite + TypeScript · :5173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2606040"/>
            <a:ext cx="1097280" cy="32004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8C"/>
                </a:solidFill>
                <a:latin typeface="Microsoft YaHei"/>
              </a:defRPr>
            </a:pPr>
            <a:r>
              <a:t>HTTP / 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286000"/>
            <a:ext cx="2926080" cy="1097280"/>
          </a:xfrm>
          <a:prstGeom prst="roundRect">
            <a:avLst/>
          </a:prstGeom>
          <a:solidFill>
            <a:srgbClr val="242436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Microsoft YaHei"/>
              </a:defRPr>
            </a:pPr>
            <a:r>
              <a:t>FastAPI 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8C"/>
                </a:solidFill>
                <a:latin typeface="Microsoft YaHei"/>
              </a:defRPr>
            </a:pPr>
            <a:r>
              <a:t>Python 3.10+ · :8000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2606040"/>
            <a:ext cx="1097280" cy="320040"/>
          </a:xfrm>
          <a:prstGeom prst="rightArrow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8C"/>
                </a:solidFill>
                <a:latin typeface="Microsoft YaHei"/>
              </a:defRPr>
            </a:pPr>
            <a:r>
              <a:t>HTTP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286000"/>
            <a:ext cx="2011680" cy="1097280"/>
          </a:xfrm>
          <a:prstGeom prst="roundRect">
            <a:avLst/>
          </a:prstGeom>
          <a:solidFill>
            <a:srgbClr val="242436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Microsoft YaHei"/>
              </a:defRPr>
            </a:pPr>
            <a:r>
              <a:t>Ollama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788C"/>
                </a:solidFill>
                <a:latin typeface="Microsoft YaHei"/>
              </a:defRPr>
            </a:pPr>
            <a:r>
              <a:t>qwen3.5:9b · :11434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291840" cy="228600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329184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React 组件：表单 / 结果 / 历史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Axios + 原生 Fetch (SSE)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Markdown 实时渲染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localStorage 历史记录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3360"/>
            <a:ext cx="3291840" cy="228600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4023360"/>
            <a:ext cx="329184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663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路由分发 + 请求校验 (Pydantic)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提示词模板引擎 (9 种模板)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文件解析 (PDF / Word / 纯文本)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Word 导出 (Markdown → .docx)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3291840" cy="228600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023360"/>
            <a:ext cx="329184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模型层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6344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Ollama REST API 调用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流式 / 非流式两种模式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诗词格律校验 + 自动重试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本地推理，零网络依赖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后端技术栈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Backend: Python + FastAPI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CFF"/>
                </a:solidFill>
                <a:latin typeface="Microsoft YaHei"/>
              </a:defRPr>
            </a:pPr>
            <a:r>
              <a:t>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高性能异步 Web 框架，自动生成 OpenAPI 文档，原生支持 async/await 和流式响应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Microsoft YaHei"/>
              </a:defRPr>
            </a:pPr>
            <a:r>
              <a:t>Pydantic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数据校验与序列化，定义 WritingRequest / WritingResponse / ExportRequest 等模型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Microsoft YaHei"/>
              </a:defRPr>
            </a:pPr>
            <a:r>
              <a:t>httpx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异步 HTTP 客户端，用于调用 Ollama API，支持流式读取响应体 (aiter_lines)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Microsoft YaHei"/>
              </a:defRPr>
            </a:pPr>
            <a:r>
              <a:t>python-docx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Word 文档生成库，将 Markdown 转换为带格式的 .docx 文件（标题/列表/加粗/斜体）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Microsoft YaHei"/>
              </a:defRPr>
            </a:pPr>
            <a:r>
              <a:t>PyPDF2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PDF 文本提取，逐页读取并合并文本内容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Microsoft YaHei"/>
              </a:defRPr>
            </a:pPr>
            <a:r>
              <a:t>uvicorn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20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ASGI 服务器，支持多 worker 生产部署，可搭配 gunicorn 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前端技术栈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Frontend: React + TypeScript + Vite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CFF"/>
                </a:solidFill>
                <a:latin typeface="Microsoft YaHei"/>
              </a:defRPr>
            </a:pPr>
            <a:r>
              <a:t>React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函数式组件 + Hooks 状态管理，useState / useRef / useCallback / useMemo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完整类型定义，TaskType / WritingRequest / HistoryItem 等接口契约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Microsoft YaHei"/>
              </a:defRPr>
            </a:pPr>
            <a:r>
              <a:t>Vite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极速开发服务器 (HMR)，生产构建输出优化的静态文件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Microsoft YaHei"/>
              </a:defRPr>
            </a:pPr>
            <a:r>
              <a:t>Axios +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Axios 处理常规请求，原生 Fetch + ReadableStream 处理 SSE 流式响应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Microsoft YaHei"/>
              </a:defRPr>
            </a:pPr>
            <a:r>
              <a:t>react-markdown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Markdown → React 组件的实时渲染，支持标题/列表/代码块/引用等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Microsoft YaHei"/>
              </a:defRPr>
            </a:pPr>
            <a:r>
              <a:t>File System Access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20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showSaveFilePicker 弹出系统"另存为"对话框, 支持用户选择路径和重命名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大模型调用流程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How We Call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011680"/>
            <a:ext cx="548640" cy="54864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84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用户输入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选择任务类型</a:t>
            </a:r>
            <a:br/>
            <a:r>
              <a:t>输入文本/主题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19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878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201168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084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构建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build_prompt()</a:t>
            </a:r>
            <a:br/>
            <a:r>
              <a:t>选择模板 + 注入参数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878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201168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084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调用 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POST /api/generate</a:t>
            </a:r>
            <a:br/>
            <a:r>
              <a:t>stream=true, think=false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19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878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955280" y="201168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084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流式返回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SSE: data: "token"</a:t>
            </a:r>
            <a:br/>
            <a:r>
              <a:t>逐 token 推送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878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0" y="201168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2084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7432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渲染展示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108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Markdown 实时渲染</a:t>
            </a:r>
            <a:br/>
            <a:r>
              <a:t>保存历史记录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52628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onsolas"/>
              </a:defRPr>
            </a:pPr>
            <a:r>
              <a:t># 后端核心调用链</a:t>
            </a:r>
            <a:br/>
            <a:r>
              <a:t>prompt = build_prompt(task_type, content, style, target_lang, attachment_text)</a:t>
            </a:r>
            <a:br/>
            <a:r>
              <a:t>async for token in generate_stream(prompt):       # httpx 流式调用 Ollama</a:t>
            </a:r>
            <a:br/>
            <a:r>
              <a:t>    yield f'data: {json.dumps(token)}\n\n'       # SSE 格式推送给前端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Ollama 与模型架构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Ollama Runtime &amp; Qwen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Ollama 运行时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本地模型推理引擎，类似 Docker 管理容器镜像的方式管理 LLM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提供 REST API (localhost:11434)，兼容 OpenAI 接口格式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自动管理 GPU/CPU 调度、模型加载卸载、显存分配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支持 GGUF 量化格式，降低显存需求 (9B 模型约需 6GB VRAM)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Qwen 3.5 (9B)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阿里通义千问团队开源的大语言模型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9B 参数量，平衡性能与资源消耗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中英双语优化，中文写作质量优秀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支持 32K 上下文长度，适合长文生成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607040" cy="228600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1060704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调用方式对比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非流式 (stream=false): POST /api/generate → 等待完整生成 → 一次返回 {response, eval_count}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流式 (stream=true): POST /api/generate → 逐行返回 JSON → 每行含 {response: token, done: bool}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think=false: 禁用思考链 (Chain-of-Thought) 输出，避免 &lt;think&gt; 标签混入结果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超时设置 120 秒: 长文本 (1000+ tokens) 生成可能需要较长时间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大语言模型原理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How LLMs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Transformer 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自注意力机制 (Self-Attention)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并行处理序列中所有位置的关系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多头注意力捕获不同语义维度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位置编码保留序列顺序信息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自回归生成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逐 token 生成: P(x_t | x_1...x_{t-1})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每步从概率分布中采样下一个 token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Temperature 控制随机性 (创造性)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4ADE80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Top-p / Top-k 截断低概率候选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918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训练过程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预训练: 海量文本的下一词预测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SFT: 指令微调，学习遵循指令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RLHF / DPO: 人类偏好对齐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BBF24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结果: 理解意图 + 高质量输出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120640" cy="237744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512064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Prompt Engineering (本项目的应用)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角色设定: 每个模板定义专家角色 ("你是一位专业的中文写作助手")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规则约束: 明确输出格式、字数、风格要求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Few-shot 示例: 诗词模板包含完整示例和字数验证说明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附件注入: 上传文件文本追加到 prompt 末尾作为参考资料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A78BFA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风格指令: 通过 STYLE_MAP 动态注入风格修饰语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5120640" cy="2377440"/>
          </a:xfrm>
          <a:prstGeom prst="roundRect">
            <a:avLst/>
          </a:prstGeom>
          <a:solidFill>
            <a:srgbClr val="24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512064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量化与推理优化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472B6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GGUF 格式: 模型权重量化为 4-bit / 8-bit 整数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472B6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KV Cache: 缓存已计算的 Key/Value 避免重复计算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472B6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Flash Attention: 减少注意力计算的显存占用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472B6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Continuous Batching: Ollama 自动批处理并发请求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472B6"/>
                </a:solidFill>
                <a:latin typeface="Microsoft YaHei"/>
              </a:rPr>
              <a:t>●  </a:t>
            </a:r>
            <a:r>
              <a:rPr sz="1300">
                <a:solidFill>
                  <a:srgbClr val="B4B4C3"/>
                </a:solidFill>
                <a:latin typeface="Microsoft YaHei"/>
              </a:rPr>
              <a:t>9B 参数 × 4-bit ≈ 5-6 GB 显存，消费级 GPU 可运行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SSE 流式通信机制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Server-Sent Events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为什么选择 SSE 而不是 WebSocket？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500">
                <a:solidFill>
                  <a:srgbClr val="B4B4C3"/>
                </a:solidFill>
                <a:latin typeface="Microsoft YaHei"/>
              </a:rPr>
              <a:t>单向通信: LLM 生成是 请求-&gt;流式响应 模式, 不需要双向通道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500">
                <a:solidFill>
                  <a:srgbClr val="B4B4C3"/>
                </a:solidFill>
                <a:latin typeface="Microsoft YaHei"/>
              </a:rPr>
              <a:t>实现简单: 后端 StreamingResponse + 前端 fetch ReadableStream, 无需额外协议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500">
                <a:solidFill>
                  <a:srgbClr val="B4B4C3"/>
                </a:solidFill>
                <a:latin typeface="Microsoft YaHei"/>
              </a:rPr>
              <a:t>自动重连: 浏览器原生支持 SSE 断线重连 (虽然本项目用 fetch 手动实现)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F8CFF"/>
                </a:solidFill>
                <a:latin typeface="Microsoft YaHei"/>
              </a:rPr>
              <a:t>●  </a:t>
            </a:r>
            <a:r>
              <a:rPr sz="1500">
                <a:solidFill>
                  <a:srgbClr val="B4B4C3"/>
                </a:solidFill>
                <a:latin typeface="Microsoft YaHei"/>
              </a:rPr>
              <a:t>HTTP 兼容: 无需 WebSocket 升级, Nginx 反向代理配置更简单 (proxy_buffering off)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14141E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D3EE"/>
                </a:solidFill>
                <a:latin typeface="Consolas"/>
              </a:defRPr>
            </a:pPr>
            <a:r>
              <a:t>前端 fetch()                   后端 StreamingResponse              Ollama stream</a:t>
            </a:r>
            <a:br/>
            <a:r>
              <a:t>━━━━━━━━━━━━━━━━━━━━━━━━━━━━━━━━━━━━━━━━━━━━━━━━━━━━━━━━━━━━━━━━━━━━━━━━━━━━━━━</a:t>
            </a:r>
            <a:br/>
            <a:r>
              <a:t>POST /api/writing/stream  ──►  build_prompt()  ──►  POST /api/generate</a:t>
            </a:r>
            <a:br/>
            <a:r>
              <a:t>                                                     stream=true</a:t>
            </a:r>
            <a:br/>
            <a:r>
              <a:t>                               ◄── {response:"你"} ◄──  逐行 JSON</a:t>
            </a:r>
            <a:br/>
            <a:r>
              <a:t>◄── data: "你"\n\n  ◄──        ◄── {response:"好"} ◄──</a:t>
            </a:r>
            <a:br/>
            <a:r>
              <a:t>◄── data: "好"\n\n  ◄──        ◄── {done: true}   ◄──</a:t>
            </a:r>
            <a:br/>
            <a:r>
              <a:t>◄── data: [DONE]\n\n ◄──</a:t>
            </a:r>
            <a:br/>
            <a:r>
              <a:t>━━━━━━━━━━━━━━━━━━━━━━━━━━━━━━━━━━━━━━━━━━━━━━━━━━━━━━━━━━━━━━━━━━━━━━━━━━━━━━━</a:t>
            </a:r>
            <a:br/>
            <a:r>
              <a:t>ReadableStream.read()          async for token        aiter_lines()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提示词工程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Prompt Engineering in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通用生成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GENERATE_PROMPT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角色+要求+风格注入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Microsoft YaHei"/>
              </a:defRPr>
            </a:pPr>
            <a:r>
              <a:t>古典诗词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POETRY_PROMPT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格律规则+示例+校验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164592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8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文本润色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POLISH_PROMPT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保持原意+提升质量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YaHei"/>
              </a:defRPr>
            </a:pPr>
            <a:r>
              <a:t>文本翻译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TRANSLATE_PROMPT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准确+流畅+保持风格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10896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Microsoft YaHei"/>
              </a:defRPr>
            </a:pPr>
            <a:r>
              <a:t>文本摘要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3520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SUMMARIZE_PROMPT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核心观点+1/3篇幅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310896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8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  <a:latin typeface="Microsoft YaHei"/>
              </a:defRPr>
            </a:pPr>
            <a:r>
              <a:t>小红书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3520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XIAOHONGSHU_PROMPT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3840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emoji标题+口语化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Microsoft YaHei"/>
              </a:defRPr>
            </a:pPr>
            <a:r>
              <a:t>公众号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GONGZHONGHAO_PROMPT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故事切入+金句加粗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457200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39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头条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TOUTIAO_PROMPT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39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悬念标题+短段落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598" y="4572000"/>
            <a:ext cx="3383280" cy="1188720"/>
          </a:xfrm>
          <a:prstGeom prst="roundRect">
            <a:avLst/>
          </a:prstGeom>
          <a:solidFill>
            <a:srgbClr val="24243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8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YaHei"/>
              </a:defRPr>
            </a:pPr>
            <a:r>
              <a:t>短剧脚本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8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788C"/>
                </a:solidFill>
                <a:latin typeface="Consolas"/>
              </a:defRPr>
            </a:pPr>
            <a:r>
              <a:t>AI_DRAMA_PROMPT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8" y="53035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3"/>
                </a:solidFill>
                <a:latin typeface="Microsoft YaHei"/>
              </a:defRPr>
            </a:pPr>
            <a:r>
              <a:t>场景/对白/反转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特色功能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C"/>
                </a:solidFill>
                <a:latin typeface="Microsoft YaHe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19072"/>
            <a:ext cx="228600" cy="228600"/>
          </a:xfrm>
          <a:prstGeom prst="ellipse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诗词格律校验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自动检测诗词请求 → 非流式生成 → 正则校验每句汉字数 → 不合格自动重试 (最多 3 次) → 逐字符 SSE 输出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53512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智能文件解析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PDF (PyPDF2 逐页提取) / Word (python-docx 段落提取) / 纯文本 (utf-8→gbk→gb2312→latin-1 多编码尝试)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187952"/>
            <a:ext cx="228600" cy="228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Word 文档导出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80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Markdown 解析 -&gt; python-docx 生成: 标题/列表/引用/加粗/斜体 -&gt; 内存中生成 BytesIO -&gt; 浏览器"另存为"对话框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422392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历史记录搜索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715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3"/>
                </a:solidFill>
                <a:latin typeface="Microsoft YaHei"/>
              </a:defRPr>
            </a:pPr>
            <a:r>
              <a:t>localStorage 持久化 (最多 50 条) → 关键词匹配内容和结果 → 按时间倒序排列 → 一键恢复历史结果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2194560"/>
            <a:ext cx="1554480" cy="381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F8CFF"/>
                </a:solidFill>
                <a:latin typeface="Microsoft YaHei"/>
              </a:defRPr>
            </a:pPr>
            <a:r>
              <a:t>前后端分离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3"/>
                </a:solidFill>
                <a:latin typeface="Microsoft YaHei"/>
              </a:defRPr>
            </a:pPr>
            <a:r>
              <a:t>FastAPI + React，职责清晰，独立部署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F8CFF"/>
                </a:solidFill>
                <a:latin typeface="Microsoft YaHei"/>
              </a:defRPr>
            </a:pPr>
            <a:r>
              <a:t>本地化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3"/>
                </a:solidFill>
                <a:latin typeface="Microsoft YaHei"/>
              </a:defRPr>
            </a:pPr>
            <a:r>
              <a:t>Ollama + Qwen 3.5，数据不出本机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F8CFF"/>
                </a:solidFill>
                <a:latin typeface="Microsoft YaHei"/>
              </a:defRPr>
            </a:pPr>
            <a:r>
              <a:t>流式体验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3"/>
                </a:solidFill>
                <a:latin typeface="Microsoft YaHei"/>
              </a:defRPr>
            </a:pPr>
            <a:r>
              <a:t>SSE 实时推送，毫秒级首字响应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F8CFF"/>
                </a:solidFill>
                <a:latin typeface="Microsoft YaHei"/>
              </a:defRPr>
            </a:pPr>
            <a:r>
              <a:t>多场景覆盖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3"/>
                </a:solidFill>
                <a:latin typeface="Microsoft YaHei"/>
              </a:defRPr>
            </a:pPr>
            <a:r>
              <a:t>9 种提示词模板，从学术到自媒体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4F8CFF"/>
                </a:solidFill>
                <a:latin typeface="Microsoft YaHei"/>
              </a:defRPr>
            </a:pPr>
            <a:r>
              <a:t>完整工具链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3"/>
                </a:solidFill>
                <a:latin typeface="Microsoft YaHei"/>
              </a:defRPr>
            </a:pPr>
            <a:r>
              <a:t>上传解析 → AI 生成 → 导出 Word，端到端闭环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8788C"/>
                </a:solidFill>
                <a:latin typeface="Microsoft YaHe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